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9848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nal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801600" cy="98488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